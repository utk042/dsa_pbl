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B.Tech Sem III Theory Examination 2022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Structures and Algorithms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Explain AVL tree rotations with examples. (10 marks)</a:t>
            </a:r>
          </a:p>
          <a:p>
            <a:r>
              <a:t>Q2. Write the heapsort algorithm and trace it on 12, 11, 13, 5, 6, 7. (10 marks)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Q3. Write BFS and DFS for the graph shown. (10 marks)</a:t>
            </a:r>
          </a:p>
          <a:p>
            <a:r>
              <a:t>Q4. Find the MST using Kruskal's algorithm. (10 marks)</a:t>
            </a:r>
          </a:p>
          <a:p>
            <a:r>
              <a:t>Q5. Explain Bellman-Ford and why it detects negative weight cycles. (10 marks)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Q6. Solve the LCS of two strings using dynamic programming. (10 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Q7. Explain graph coloring using backtracking. (10 marks)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Q8. Insert keys into a B-Tree of order 5. (10 marks)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